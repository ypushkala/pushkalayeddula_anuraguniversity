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&lt;TeamName&gt;, &lt;CollegeName&gt; / &lt;Incubator&gt;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&lt;Member 1, role&gt;   &lt;Member 2, role&gt;   &lt;Member 3, role&gt;   &lt;Member 4, role&gt;   &lt;team email&gt;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518764" cy="4480560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9486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 operating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point 5 of 6 test events were flagged up to 3 days ahead. Only 6 test events, so intervals are wide. The events come from our own simulator: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with its warning signs weakened to half strength the flag catches 4 of 6, at a quarter 1 of 6. A demonstration of the pipeline, not a clinical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321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19:45. The hybrid forecast expects dinner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20:15 and a peak near 278 mg/dL, after three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nights of 4.9 h sleep.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A 15 minute walk after dinner takes 15 mg/dL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off the twin's 6 hour peak. Millets instead of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white rice take 48.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Together: peak 57 mg/dL lower and 40 minutes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less above 180.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tonight (it can only move to 19:50). The twin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can say 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15_earlier_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45277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880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1. Ward grouped by urgency, with why each alert fired; n opens the next unseen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alert. Load measured: 1.3 confident high alerts per patient per day, 94% came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true. 2. The first action fits the alert: check now, call, book a review, try a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change. Undo for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682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3. Every alert's outcome and what the team did; a week plan checked against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what happened. 4. Shift handover, daily digest, SOAP note, patient view in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English, Hindi or Tamil.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35633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Consent on screen: the patient can withdraw glucose,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wearable or ABDM record sharing, and the service stops using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that source.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Roles checked by the service: doctor, nurse or health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educator, patient. Every action and undo is audited.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clinic single sign on.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320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patients, from our own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simulator; no real outcome validation yet.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